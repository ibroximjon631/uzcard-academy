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D TREK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OqPay Super-App: avgustda aslida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nima bo'lgan edi?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«Buyurtmalar pasayishi» va shikoyatlar o'sishi diagnostikasi · to'lovlar, marketpleys, yetkazish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Jamoa:  Ibroximjon Tojiboyev (H1, H2)  ·  2-ishtirokchi (H3)  ·  3-ishtirokchi (H4)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Ma'lumotlar: academy_db, D trekning 12 jadvali, ~1,4 mln qator, 01.01–28.12.2025 · SQL + Python, ML siz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1/7-slayd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MUAMMO VA MA'LUMOTLAR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500" b="1">
                <a:solidFill>
                  <a:srgbClr val="0B0B0B"/>
                </a:solidFill>
                <a:latin typeface="Calibri"/>
              </a:rPr>
              <a:t>Buyurtmachi «buyurtmalar pasayishi» va shikoyatlar sakrashini ko'rgan — sababi noma'lum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OqPay rahbariyatining so'rovi: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52514E"/>
                </a:solidFill>
                <a:latin typeface="Calibri"/>
              </a:rPr>
              <a:t>«Bir oyda buyurtmalar pasayishi va shikoyatlar o'sishini qayd etdik. O'sish, marketpleys va yetkazish dinamikasini tahlil qilib, sababini aniqlang va harakatlar rejasini taklif qiling».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Qanday izladik: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31 ta ds_* jadvalini tahlil qildik — D trekning 12 jadvalini topib, bog'lanishlarni JOIN bilan tekshirdik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4 gipoteza: o'sish · yetkazish · mijoz tajribasi · marketpleys va to'lovlar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Har bir xulosa — raqam + statistik test (z-test, Mann–Uitni, χ², II, HHI)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2A78D6"/>
                </a:solidFill>
                <a:latin typeface="Calibri"/>
              </a:rPr>
              <a:t>1,4 mln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qator: buyurtmalar, yetkazmalar, to'lovlar, ilova hodisalari, sharhlar, tiketlar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12 jadval user_id, order_id, product_id, merchant_id, courier_id orqali bog'langan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2/7-slayd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1-TOPILMA · O'SISH DINAMIKASI · IBROXIMJON TOJIBOYEV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Biznes «pasayishi» yo'q: buyurtmalar yil bo'yi oyiga +6,0 % o'sadi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200" b="1">
                <a:solidFill>
                  <a:srgbClr val="2A78D6"/>
                </a:solidFill>
                <a:latin typeface="Calibri"/>
              </a:rPr>
              <a:t>+6,0 %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oylik buyurtmalar o'sishi (R² = 0,99)
noyabr: cho'qqi +23 % MoM (z = +7,5)
dekabr: −12 % MoM — trendga qaytish,
lekin baribir oktabrdan +8 % yuqori</a:t>
            </a:r>
          </a:p>
        </p:txBody>
      </p:sp>
      <p:pic>
        <p:nvPicPr>
          <p:cNvPr id="5" name="Picture 4" descr="h1_order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26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Xulosa: dekabrdagi «pasayish» — noyabr mavsumiy cho'qqisidan keyingi korreksiya. Asl muammoni shikoyatlardan izlaymiz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3/7-slayd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2-TOPILMA · ILDIZ SABAB · IBROXIMJON TOJIBOYEV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500" b="1">
                <a:solidFill>
                  <a:srgbClr val="0B0B0B"/>
                </a:solidFill>
                <a:latin typeface="Calibri"/>
              </a:rPr>
              <a:t>Sabab topildi: Samarqand, 1–31 avgust — yetkazmalarning 93,5 % i kechikkan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200" b="1">
                <a:solidFill>
                  <a:srgbClr val="D03B3B"/>
                </a:solidFill>
                <a:latin typeface="Calibri"/>
              </a:rPr>
              <a:t>93,5 %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avgustda Samarqandda kechikish
(norma 8,2 %; +85,3 f.p.,
95 % II 83,7–86,9; z = 72,5; p &lt; 0,001)</a:t>
            </a:r>
          </a:p>
        </p:txBody>
      </p:sp>
      <p:pic>
        <p:nvPicPr>
          <p:cNvPr id="5" name="Picture 4" descr="h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6858000" cy="3425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Barcha kuryer turlari (92–96 %) va butun kalendar oy qamrab olingan → nosozlik tizimli: shahar logistikasi/dispetcherligi, kuryerlar emas.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4/7-slayd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3-TOPILMA · MIJOZ TAJRIBASI · 2-ISHTIROKCHI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Shikoyatlar +73 %, shahar reytingi 4,2 → 2,76. Mijozlar hali ketmagan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200" b="1">
                <a:solidFill>
                  <a:srgbClr val="2A78D6"/>
                </a:solidFill>
                <a:latin typeface="Calibri"/>
              </a:rPr>
              <a:t>+73 %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avgustdagi tiketlar (518 → 896);
butun o'sish — late_delivery,
62 % — Samarqand.
Kechikkan buyurtma reytingi: 2,60,
o'z vaqtida: 4,37 (Mann–Uitni, p &lt; 0,001)</a:t>
            </a:r>
          </a:p>
        </p:txBody>
      </p:sp>
      <p:pic>
        <p:nvPicPr>
          <p:cNvPr id="5" name="Picture 4" descr="h3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6766560" cy="3034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Takroriy xaridlar tushmagan: 68,6 % (kechikkan) vs 67,4 % (o'z vaqtida), p = 0,47 — mijozlar ikkinchi imkoniyat berdi. Ushlab qolish imkoniyati ochiq.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5/7-slayd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4-TOPILMA · MARKETPLEYS VA TO'LOVLAR · 3-ISHTIROKCHI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Fon risklari: bo'lib to'lash 2× ko'p to'lov yo'qotadi, daromad konsentratsiyalangan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200" b="1">
                <a:solidFill>
                  <a:srgbClr val="2A78D6"/>
                </a:solidFill>
                <a:latin typeface="Calibri"/>
              </a:rPr>
              <a:t>10,3 %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Installment radlari, kartalarda ~5 %
(χ² = 809, p &lt; 0,001);
458 yo'qotilgan buyurtma ≈ 0,85 mlrd so'm.
Smartfonlar = daromadning 40 %,
top-10 % sotuvchilar = 49,5 % (HHI 2133)</a:t>
            </a:r>
          </a:p>
        </p:txBody>
      </p:sp>
      <p:pic>
        <p:nvPicPr>
          <p:cNvPr id="5" name="Picture 4" descr="h4_fail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583680" cy="26497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Konsentratsiya biznesni lokal nosozliklarga zaif qiladi — avgust insidenti buni isbotladi.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6/7-slayd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TAVSIYA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Harakatlar rejasi: sababni yopish, keyingisini 3 kunda ushlash, ishonchni qaytarish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Samarqand logistikasi bilan insident tahlili, kechikish uchun jarimali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takrorlanishdan himoya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Alert: shahar kechikishi bazadan 5 f.p. ga 3 kun ketma-ket oshsa → eskalatsiya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bir oy emas, 3 kunda aniqlash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84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Avgustda jabrlangan 940 foydalanuvchiga promo-kampaniya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2841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yuz bermagan oqimni mustahkamlash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Bo'lib to'lash shlyuzini audit qilish (10,3 % rad)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yiliga +0,4 mlrd so'mgacha GMV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0B0B0B"/>
                </a:solidFill>
                <a:latin typeface="Calibri"/>
              </a:rPr>
              <a:t>Daromadni top-3 kategoriyadan tashqariga diversifikatsiya (hozir 67 %)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8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lokal nosozliklarga barqarorlik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B0B0B"/>
                </a:solidFill>
                <a:latin typeface="Calibri"/>
              </a:rPr>
              <a:t>Bosh raqam: bitta shahardagi bir oylik 93,5 % kechikish butun kompaniya bo'ylab +73 % shikoyat berdi.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OqPay Super-App · D trek · UZCARD Academy 2026 · 7/7-slayd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