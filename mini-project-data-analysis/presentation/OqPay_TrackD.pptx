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ТРЕК D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OqPay Super-App: что на самом деле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случилось в августе?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Диагностика «просадки заказов» и роста жалоб · платежи, маркетплейс, доставка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Команда:  Ибрахимжон Тожибоев (H1, H2)  ·  Участник 2 (H3)  ·  Участник 3 (H4)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Данные: academy_db, 12 таблиц трека D, ~1,4 млн строк, 01.01–28.12.2025 · SQL + Python, без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ПРОБЛЕМА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Заказчик увидел «просадку заказов» и всплеск жалоб — причина неизвестна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Запрос руководства OqPay: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«В один из месяцев — просадка заказов и рост жалоб. Разберитесь в динамике роста, маркетплейса и доставки, установите причину, предложите план действий».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Как искали ответ: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1.  Разобрали 31 таблицу ds_* — нашли 12 таблиц трека D, проверили связи JOIN-ами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2.  4 гипотезы: рост · доставка · клиентский опыт · маркетплейс и платежи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3.  Каждый вывод — число + статистический тест (z-тест, Манна–Уитни, χ², ДИ, HHI)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2A78D6"/>
                </a:solidFill>
                <a:latin typeface="Calibri"/>
              </a:rPr>
              <a:t>1,4 млн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строк: заказы, доставки, платежи,
события приложения, отзывы, тикеты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206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12 таблиц соединены по user_id, order_id, product_id, merchant_id, courier_id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Calibri"/>
              </a:rPr>
              <a:t>orders ⋈ deliveries ⋈ couriers · order_items ⋈ products ⋈ categories · reviews, tickets, payments,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1 · ДИНАМИКА РОСТА · ИБРАХИМЖОН ТОЖИБОЕВ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«Просадки» бизнеса нет: заказы растут +6,0 % в месяц весь год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2A78D6"/>
                </a:solidFill>
                <a:latin typeface="Calibri"/>
              </a:rPr>
              <a:t>+6,0 %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рост заказов в месяц (R² = 0,99)
ноябрь: пик +23 % MoM (z = +7,5)
декабрь: −12 % MoM — возврат к тренду,
но всё ещё +8 % к октябрю</a:t>
            </a:r>
          </a:p>
        </p:txBody>
      </p:sp>
      <p:pic>
        <p:nvPicPr>
          <p:cNvPr id="5" name="Picture 4" descr="h1_order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653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Вывод: декабрьская «просадка» — коррекция после сезонного пика ноября. Настоящую проблему ищем в жалобах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НАХОДКА 2 · КОРНЕВАЯ ПРИЧИНА · ИБРАХИМЖОН ТОЖИБОЕВ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Причина найдена: Самарканд, 01–31 августа — 93,5 % доставок просрочено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D03B3B"/>
                </a:solidFill>
                <a:latin typeface="Calibri"/>
              </a:rPr>
              <a:t>93,5 %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просрочка в Самарканде в августе
(норма 8,2 %; +85,3 п.п.,
95 % ДИ 83,7–86,9; z = 72,5; p &lt; 0,001)</a:t>
            </a:r>
          </a:p>
        </p:txBody>
      </p:sp>
      <p:pic>
        <p:nvPicPr>
          <p:cNvPr id="5" name="Picture 4" descr="h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6858000" cy="3406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Затронуты все типы курьеров (92–96 %) и весь календарный месяц → сбой системный: городская логистика/диспетчеризация, а не курьеры.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3 · КЛИЕНТСКИЙ ОПЫТ · УЧАСТНИК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B0B0B"/>
                </a:solidFill>
                <a:latin typeface="Calibri"/>
              </a:rPr>
              <a:t>Жалобы +73 %, рейтинг города 4,2 → 2,76. Отток пока не случился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2A78D6"/>
                </a:solidFill>
                <a:latin typeface="Calibri"/>
              </a:rPr>
              <a:t>+73 %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тикетов в августе (518 → 896);
весь прирост — late_delivery,
62 % — Самарканд.
Рейтинг late-заказов: 2,60 против 4,37
(Манна–Уитни, p &lt; 0,001)</a:t>
            </a:r>
          </a:p>
        </p:txBody>
      </p:sp>
      <p:pic>
        <p:nvPicPr>
          <p:cNvPr id="5" name="Picture 4" descr="h3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6766560" cy="3045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Повторные покупки не упали: 68,6 % (late) vs 67,4 % (on-time), p = 0,47 — клиенты дали второй шанс. Окно для удержания открыто.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НАХОДКА 4 · МАРКЕТПЛЕЙС И ПЛАТЕЖИ · УЧАСТНИК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Фоновые риски: рассрочка теряет 2× больше оплат, выручка концентрирована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2A78D6"/>
                </a:solidFill>
                <a:latin typeface="Calibri"/>
              </a:rPr>
              <a:t>10,3 %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отказов у Installment против ~5 %
у карт (χ² = 809, p &lt; 0,001);
458 потерянных заказов ≈ 0,85 млрд UZS.
Smartphones = 40 % выручки,
топ-10 % продавцов = 49,5 % (HHI 2133)</a:t>
            </a:r>
          </a:p>
        </p:txBody>
      </p:sp>
      <p:pic>
        <p:nvPicPr>
          <p:cNvPr id="5" name="Picture 4" descr="h4_fail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583680" cy="29507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Концентрация делает бизнес уязвимым к локальным сбоям — августовский инцидент это подтвердил.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РЕКОМЕНДАЦИЯ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План действий: закрыть причину, поймать следующую за 3 дня, вернуть доверие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Разбор инцидента с логистикой Самарканда, SLA со штрафами за просрочку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защита от повторения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Алерт: late-rate города &gt; базы на 5 п.п. три дня подряд → эскалация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обнаружение за 3 дня, а не месяц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84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Промо-кампания для 940 задетых пользователей августа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2841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закрепить несостоявшийся отток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Аудит платёжного шлюза рассрочки (10,3 % отказов)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до +0,4 млрд UZS GMV в год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Диверсификация выручки за пределы топ-3 категорий (сейчас 67 %)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8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устойчивость к локальным сбоям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Главное число: 93,5 % просрочек в одном городе за один месяц дали +73 % жалоб всей компании.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Трек D · UZCARD Academy 2026 · слайд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