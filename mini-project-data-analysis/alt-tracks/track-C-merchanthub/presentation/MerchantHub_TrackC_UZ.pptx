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A78D6"/>
                </a:solidFill>
                <a:latin typeface="Calibri"/>
              </a:rPr>
              <a:t>UZCARD ACADEMY · MINI-PROJECT · C TREK</a:t>
            </a:r>
          </a:p>
          <a:p>
            <a:pPr>
              <a:spcAft>
                <a:spcPts val="600"/>
              </a:spcAft>
            </a:pPr>
            <a:r>
              <a:rPr sz="3800" b="1">
                <a:solidFill>
                  <a:srgbClr val="0B0B0B"/>
                </a:solidFill>
                <a:latin typeface="Calibri"/>
              </a:rPr>
              <a:t>MerchantHub: ekvayring iqtisodiyoti lupa ostida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Aylanma konsentratsiyasi, to'lovlar o'z vaqtidaligi, nizolar iqtisodiyoti · 2025 yil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93776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Jamoa:  Ibroximjon Tojiboyev  ·  2-ishtirokchi  ·  3-ishtirokchi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898781"/>
                </a:solidFill>
                <a:latin typeface="Calibri"/>
              </a:rPr>
              <a:t>Ma'lumotlar: ds_merchants_1, ds_terminals_1, ds_transactions_1, ds_settlements, ds_disputes, ds_regions · 80 000 operatsiya · SQL + Python, ML siz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MerchantHub · C trek · UZCARD Academy 2026 · 1/6-slayd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Calibri"/>
              </a:rPr>
              <a:t>MUAMMO VA MA'LUMOTLAR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Buyurtmachi: «aylanma qayerda, merchantlarga o'z vaqtida to'laymizmi, nizolar-chi?»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Buyurtmachi so'rovi:</a:t>
            </a:r>
          </a:p>
          <a:p>
            <a:pPr>
              <a:spcAft>
                <a:spcPts val="14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«Ekvayring iqtisodiyotini baholash kerak: aylanma qayerda jamlangan, merchantlarga to'lovlar o'z vaqtida ketyaptimi, nizolar bilan nima gap. Muammoli zonalarni aniqlab, yechim taklif qiling».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Qanday izladik: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1.  31 ta ds_* jadvaldan JOIN orqali 7 jadvalimizni topdik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2.  3 gipoteza: aylanma konsentratsiyasi · to'lovlar tezligi · nizolar iqtisodiyoti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3.  Har xulosa — raqam + statistik metod (Jini/Pareto, Mann–Uitni, χ²)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10312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5800" b="1">
                <a:solidFill>
                  <a:srgbClr val="2A78D6"/>
                </a:solidFill>
                <a:latin typeface="Calibri"/>
              </a:rPr>
              <a:t>23,5 mlrd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so'm aylanma · 1 200 merchant ·
51 052 to'lov · 1 986 nizo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MerchantHub · C trek · UZCARD Academy 2026 · 2/6-slayd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Calibri"/>
              </a:rPr>
              <a:t>1-TOPILMA · KONSENTRATSIYA · IBROXIMJON TOJIBOYEV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Top-10 % merchantlar aylanmaning 76,7 % ini ushlaydi; Janub — oq dog' (6 %)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5800" b="1">
                <a:solidFill>
                  <a:srgbClr val="2A78D6"/>
                </a:solidFill>
                <a:latin typeface="Calibri"/>
              </a:rPr>
              <a:t>76,7 %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aylanma 120 yirik merchantda
(Jini = 0,83 — ekstremal
konsentratsiya); Janub: 106 merchant,
1,4 mlrd so'm (aylanmaning 6 % i)</a:t>
            </a:r>
          </a:p>
        </p:txBody>
      </p:sp>
      <p:pic>
        <p:nvPicPr>
          <p:cNvPr id="5" name="Picture 4" descr="c1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20240"/>
            <a:ext cx="6766560" cy="27608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4406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B0B0B"/>
                </a:solidFill>
                <a:latin typeface="Calibri"/>
              </a:rPr>
              <a:t>Bir-ikki yakor merchant ketishi komissiyaga uriladi (aylanmaning 1,49 % i) → ushlab qolish dasturi + Janubga ekspansiya.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MerchantHub · C trek · UZCARD Academy 2026 · 3/6-slayd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D03B3B"/>
                </a:solidFill>
                <a:latin typeface="Calibri"/>
              </a:rPr>
              <a:t>2-TOPILMA · TO'LOVLAR · 2-ISHTIROKCHI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1-dekabrdan merchant to'lovlari 2 baravar sekinlashdi — ayni mavsum cho'qqisida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5800" b="1">
                <a:solidFill>
                  <a:srgbClr val="D03B3B"/>
                </a:solidFill>
                <a:latin typeface="Calibri"/>
              </a:rPr>
              <a:t>4,2 kun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dekabrda o'rtacha to'lov vaqti,
yil bo'yi 2,2 kun edi;
sakrash bir kunda (01.12),
Mann–Uitni p &lt; 0,001;
3,5 mlrd so'm kechiktirilgan</a:t>
            </a:r>
          </a:p>
        </p:txBody>
      </p:sp>
      <p:pic>
        <p:nvPicPr>
          <p:cNvPr id="5" name="Picture 4" descr="c2_da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20240"/>
            <a:ext cx="6766560" cy="28713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4406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B0B0B"/>
                </a:solidFill>
                <a:latin typeface="Calibri"/>
              </a:rPr>
              <a:t>Degradatsiya bir lahzali va tizimli (reliz/g'aznachilik/bank) → 01.12 o'zgarishini tahlil, T+2 SLA, alertlar.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MerchantHub · C trek · UZCARD Academy 2026 · 4/6-slayd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D03B3B"/>
                </a:solidFill>
                <a:latin typeface="Calibri"/>
              </a:rPr>
              <a:t>3-TOPILMA · NIZOLAR · 3-ISHTIROKCHI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Har ikkinchi nizo yutqaziladi; yo'qotishlarning 54 % i — high-risk kategoriyalar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5800" b="1">
                <a:solidFill>
                  <a:srgbClr val="D03B3B"/>
                </a:solidFill>
                <a:latin typeface="Calibri"/>
              </a:rPr>
              <a:t>281 mln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so'm yilda yutqazilgan (yakunlangan
nizolarning 52 % i); high-risk: keyslarning
22 % i, lekin yutqazilgan pullarning 54 % i
(o'rtacha nizo 881 ming — low dan ×6);
χ² p = 0,021</a:t>
            </a:r>
          </a:p>
        </p:txBody>
      </p:sp>
      <p:pic>
        <p:nvPicPr>
          <p:cNvPr id="5" name="Picture 4" descr="c3_lost_mo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20240"/>
            <a:ext cx="6766560" cy="26991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4406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B0B0B"/>
                </a:solidFill>
                <a:latin typeface="Calibri"/>
              </a:rPr>
              <a:t>High-risk uchun rolling-rezerv, low-risk uchun dalil shablonlari, tahlil KPI ≤ 14 kun (hozir 17,5).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MerchantHub · C trek · UZCARD Academy 2026 · 5/6-slayd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08300"/>
                </a:solidFill>
                <a:latin typeface="Calibri"/>
              </a:rPr>
              <a:t>TAVSIYA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Harakatlar rejasi: merchant kassasini himoya qilish, nizo yo'qotishlarini kesish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01.12 dagi hisob-kitob jarayoni o'zgarishini tahlil qilish (reliz/bank/g'aznachilik)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T+2,2 ni qaytarish; kassa uzilishini yopish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7860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78608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T+2 SLA, to'lovlar medianasi &gt; 2,5 kun bo'lsa alert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57860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degradatsiya bir kunda ushlanadi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28415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28415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Top-120 merchantni ushlab qolish dasturi (shaxsiy menejer, to'lov ustuvorligi)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328415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aylanmaning 76,7 % ini himoya qilish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7822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78224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High-risk kategoriyalar uchun rolling-rezerv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078224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152 mln so'm yo'qotishni qoplash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2803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28032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Dalil shablonlari + nizo tahlili KPI ≤ 14 kun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82803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winrate ni 48 % dan ko'tarish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5778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577840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Janubga ekvayring ekspansiyasi piloti (hozir 6 %)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5778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aylanma o'sish zaxirasi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7607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B0B0B"/>
                </a:solidFill>
                <a:latin typeface="Calibri"/>
              </a:rPr>
              <a:t>Bosh raqamlar: top-10 % = aylanmaning 76,7 % i, to'lovlar 01.12 dan 2,2 → 4,2 kun, nizolar −281 mln so'm/yil.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MerchantHub · C trek · UZCARD Academy 2026 · 6/6-slayd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