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ТРЕК C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MerchantHub: экономика эквайринга под лупой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Концентрация оборота, своевременность выплат, экономика споров · 2025 год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Команда:  Ибрахимжон Тожибоев  ·  Участник 2  ·  Участник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Данные: ds_merchants_1, ds_terminals_1, ds_transactions_1, ds_settlements, ds_disputes, ds_regions · 80 000 операций · SQL + Python, без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ПРОБЛЕМА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Заказчик: «где оборот, вовремя ли платим мерчантам, что со спорами?»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Запрос заказчика: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52514E"/>
                </a:solidFill>
                <a:latin typeface="Calibri"/>
              </a:rPr>
              <a:t>«Нужно оценить экономику эквайринга: где сосредоточен оборот, своевременно ли идут выплаты мерчантам, что со спорами. Выявите проблемные зоны и предложите решения».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Как искали ответ: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Нашли 7 таблиц трека C среди 31 ds_* и проверили связи JOIN-ами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гипотезы: концентрация оборота · скорость выплат · экономика споров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Каждый вывод — число + стат. метод (Джини/Парето, Манна–Уитни,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23,5 млрд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UZS оборота · 1 200 мерчантов ·
51 052 выплаты · 1 986 споров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1 · КОНЦЕНТРАЦИЯ · ИБРАХИМЖОН ТОЖИБОЕВ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Топ-10 % мерчантов держат 76,7 % оборота; Юг — белое пятно (6 %)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76,7 %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оборота у 120 крупнейших мерчантов
(Джини = 0,83 — экстремальная
концентрация); Юг: 106 мерчантов,
1,4 млрд UZS (6 % оборота)</a:t>
            </a:r>
          </a:p>
        </p:txBody>
      </p:sp>
      <p:pic>
        <p:nvPicPr>
          <p:cNvPr id="5" name="Picture 4" descr="c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91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Уход пары якорных мерчантов бьёт по комиссии (1,49 % оборота) → программа удержания + экспансия на Юг.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2 · ВЫПЛАТЫ · УЧАСТНИК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С 1 декабря выплаты мерчантам замедлились вдвое — ровно в пик сезона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4,2 дня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среднее время выплаты в декабре
против 2,2 дня весь год;
скачок за один день (01.12),
Манна–Уитни p &lt; 0,001;
задержано 3,5 млрд UZS</a:t>
            </a:r>
          </a:p>
        </p:txBody>
      </p:sp>
      <p:pic>
        <p:nvPicPr>
          <p:cNvPr id="5" name="Picture 4" descr="c2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71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Деградация одномоментная и системная (релиз/казначейство/банк) → разбор изменения 01.12, SLA T+2, алерты.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3 · СПОРЫ · УЧАСТНИК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Проигрывается каждый второй спор; 54 % потерь — high-risk категории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D03B3B"/>
                </a:solidFill>
                <a:latin typeface="Calibri"/>
              </a:rPr>
              <a:t>281 млн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UZS проиграно за год (52 % завершённых
споров); high-risk: 22 % кейсов,
но 54 % проигранных сумм
(средний спор 881 тыс — ×6 к low);
χ² p = 0,021</a:t>
            </a:r>
          </a:p>
        </p:txBody>
      </p:sp>
      <p:pic>
        <p:nvPicPr>
          <p:cNvPr id="5" name="Picture 4" descr="c3_lost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142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Роллинг-резерв для high-risk, шаблоны доказательств для low-risk, KPI разбора ≤ 14 дней (сейчас 17,5).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РЕКОМЕНДАЦИЯ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План действий: защитить кассу мерчантов и срезать потери на спорах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Разбор изменения процесса расчётов от 01.12 (релиз/банк/казначейство)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вернуть T+2,2; снять кассовый разрыв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SLA T+2 c алертом при медиане выплат &gt; 2,5 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деградация ловится за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Программа удержания топ-120 мерчантов (перс. менеджер, приоритет выплат)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832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защита 76,7 % оборота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Роллинг-резерв для high-risk категорий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покрытие 152 млн UZS потерь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59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Evidence-шаблоны + KPI разбора спора ≤ 14 дней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поднять winrate с 48 %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499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4999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Пилот экспансии эквайринга на Юг (сейчас 6 % оборота)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71499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резерв роста оборота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Главные числа: топ-10 % = 76,7 % оборота, выплаты 2,2 → 4,2 дня с 01.12, споры −281 млн UZS/год.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Трек C · UZCARD Academy 2026 · слайд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