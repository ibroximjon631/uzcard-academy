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UZCARD ACADEMY · MINI-PROJECT · ТРЕК B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0B0B0B"/>
                </a:solidFill>
                <a:latin typeface="Calibri"/>
              </a:rPr>
              <a:t>WalletApp: где теряются пользователи и выручка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Воронка, каналы привлечения, биллинг и подписки · январь 2025 — июнь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9377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Команда:  Ибрахимжон Тожибоев  ·  Участник 2  ·  Участник 3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Calibri"/>
              </a:rPr>
              <a:t>Данные: ds_users_2, ds_channels, ds_app_events, ds_subscriptions, ds_plans, ds_charges · 8 000 пользователей · SQL + Python, без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Трек B · UZCARD Academy 2026 · слайд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ПРОБЛЕМА И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Заказчик: «пользователей много, платящих и удерживаемых — мало»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Запрос заказчика: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52514E"/>
                </a:solidFill>
                <a:latin typeface="Calibri"/>
              </a:rPr>
              <a:t>«Пользователей приходит много, но платящих и удерживаемых меньше, чем ожидается. Установите, на каком этапе и почему теряются пользователи и выручка, и предложите меры».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Как искали ответ: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1.  Нашли 6 таблиц трека B среди 31 ds_* и проверили связи JOIN-ами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2.  3 гипотезы: воронка и каналы · собираемость биллинга · подписки и MRR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3.  Каждый вывод — число + стат. тест (z-тесты, χ²)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2A78D6"/>
                </a:solidFill>
                <a:latin typeface="Calibri"/>
              </a:rPr>
              <a:t>8 000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пользователей · 54 801 событие ·
1 659 подписок · 13 089 списаний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Трек B · UZCARD Academy 2026 · слайд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НАХОДКА 1 · ВОРОНКА И КАНАЛЫ · ИБРАХИМЖОН ТОЖИБОЕВ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До платежа доходит 28 %; telegram_ads — «мёртвый» трафик за деньги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D03B3B"/>
                </a:solidFill>
                <a:latin typeface="Calibri"/>
              </a:rPr>
              <a:t>9,9 %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конверсия telegram_ads в платящего
против 28–42 % у других каналов
(z = 15,4; p &lt; 0,001).
CAC платящего: 91 тыс UZS —
×13 к referral (7 тыс)</a:t>
            </a:r>
          </a:p>
        </p:txBody>
      </p:sp>
      <p:pic>
        <p:nvPicPr>
          <p:cNvPr id="5" name="Picture 4" descr="b1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782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Главная утечка воронки — KYC (проходит 61 %). Бюджет telegram → referral; KYC упростить.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Трек B · UZCARD Academy 2026 · слайд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НАХОДКА 2 · БИЛЛИНГ · УЧАСТНИК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Февраль 2026: сбой биллинга — 17,6 % списаний не прошло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D03B3B"/>
                </a:solidFill>
                <a:latin typeface="Calibri"/>
              </a:rPr>
              <a:t>17,6 %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неуспешных списаний в феврале 2026
(201 из 1 141) против нормы 4,5 %
(z = 18,4; p &lt; 0,001);
выручка месяца −9 % при растущем тренде</a:t>
            </a:r>
          </a:p>
        </p:txBody>
      </p:sp>
      <p:pic>
        <p:nvPicPr>
          <p:cNvPr id="5" name="Picture 4" descr="b2_fail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852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Сбой разовый (до и после — норма) → dunning-ретраи 72 ч, резервный шлюз, алерт при fail-rate &gt; 8 %.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Трек B · UZCARD Academy 2026 · слайд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НАХОДКА 3 · ПОДПИСКИ · УЧАСТНИК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MRR растёт до 54 млн, но подписку отменяет каждый пятый — тариф ни при чём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2A78D6"/>
                </a:solidFill>
                <a:latin typeface="Calibri"/>
              </a:rPr>
              <a:t>18–21 %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отмен во всех тарифах одинаково
(χ² = 0,98; p = 0,61 — не зависит от цены);
средняя жизнь подписки 150 дней;
MRR 1,9 → 54 млн UZS/мес</a:t>
            </a:r>
          </a:p>
        </p:txBody>
      </p:sp>
      <p:pic>
        <p:nvPicPr>
          <p:cNvPr id="5" name="Picture 4" descr="b3_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30517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Отток — проблема ценности, не цены → удержание на 5-м месяце, пауза вместо отмены, годовой тариф.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Трек B · UZCARD Academy 2026 · слайд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8300"/>
                </a:solidFill>
                <a:latin typeface="Calibri"/>
              </a:rPr>
              <a:t>РЕКОМЕНДАЦИЯ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План действий: чинить KYC и telegram, страховать биллинг, удерживать 5-й месяц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Перераспределить бюджет telegram_ads → referral-программа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CAC платящего 91 → ~7 тыс UZS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Упростить KYC (главный этап потерь: −39 % воронки)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6060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+X п.п. к конверсии в платящего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Dunning-ретраи неуспешных списаний в течение 72 часов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832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вернуть большую часть 17,6 % февраля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Резервный платёжный шлюз + алерт при fail-rate &gt; 8 %/день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60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сбой ловится за день, не за месяц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59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Оффер удержания перед 5-м месяцем жизни подписки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3775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продлить средние 150 дней жизни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Главные числа: telegram_ads 9,9 % конверсии (CAC ×13), февраль 17,6 % failed, отмены 21 % при любом тарифе.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Трек B · UZCARD Academy 2026 · слайд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