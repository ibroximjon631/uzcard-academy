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Calibri"/>
              </a:rPr>
              <a:t>UZCARD ACADEMY · MINI-PROJECT · B TREK</a:t>
            </a:r>
          </a:p>
          <a:p>
            <a:pPr>
              <a:spcAft>
                <a:spcPts val="600"/>
              </a:spcAft>
            </a:pPr>
            <a:r>
              <a:rPr sz="3800" b="1">
                <a:solidFill>
                  <a:srgbClr val="0B0B0B"/>
                </a:solidFill>
                <a:latin typeface="Calibri"/>
              </a:rPr>
              <a:t>WalletApp: foydalanuvchi va daromad qayerda yo'qoladi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Voronka, jalb kanallari, billing va obunalar · 2025-yanvar — 2026-iyun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93776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Jamoa:  Ibroximjon Tojiboyev  ·  2-ishtirokchi  ·  3-ishtirokchi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Calibri"/>
              </a:rPr>
              <a:t>Ma'lumotlar: ds_users_2, ds_channels, ds_app_events, ds_subscriptions, ds_plans, ds_charges · 8 000 foydalanuvchi · SQL + Python, ML siz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WalletApp · B trek · UZCARD Academy 2026 · 1/6-slayd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MUAMMO VA MA'LUMOTLAR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Buyurtmachi: «foydalanuvchi ko'p, to'lovchi va qoluvchi — kam»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Buyurtmachi so'rovi: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«Foydalanuvchilar ko'p kelmoqda, lekin to'lovchilar va ushlanib qoluvchilar kutilganidan kam. Qaysi bosqichda va nima uchun foydalanuvchi hamda daromad yo'qolayotganini aniqlang, chora taklif qiling».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Qanday izladik: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1.  31 ta ds_* jadvaldan JOIN orqali 6 jadvalimizni topdik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2.  3 gipoteza: voronka va kanallar · billing yig'imi · obunalar va MRR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3.  Har xulosa — raqam + statistik test (z-testlar, χ²)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800" b="1">
                <a:solidFill>
                  <a:srgbClr val="2A78D6"/>
                </a:solidFill>
                <a:latin typeface="Calibri"/>
              </a:rPr>
              <a:t>8 000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foydalanuvchi · 54 801 hodisa ·
1 659 obuna · 13 089 yechim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WalletApp · B trek · UZCARD Academy 2026 · 2/6-slayd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1-TOPILMA · VORONKA VA KANALLAR · IBROXIMJON TOJIBOYEV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To'lovgacha 28 % yetadi; telegram_ads — pulga «o'lik» trafik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800" b="1">
                <a:solidFill>
                  <a:srgbClr val="D03B3B"/>
                </a:solidFill>
                <a:latin typeface="Calibri"/>
              </a:rPr>
              <a:t>9,9 %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telegram_ads dan to'lovchiga konversiya,
boshqa kanallarda 28–42 %
(z = 15,4; p &lt; 0,001).
To'lovchi narxi: 91 ming so'm —
referraldan ×13 (7 ming)</a:t>
            </a:r>
          </a:p>
        </p:txBody>
      </p:sp>
      <p:pic>
        <p:nvPicPr>
          <p:cNvPr id="5" name="Picture 4" descr="b1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2612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Voronkaning asosiy yo'qotishi — KYC (61 % o'tadi). Telegram byudjeti → referral; KYC ni soddalashtirish.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WalletApp · B trek · UZCARD Academy 2026 · 3/6-slayd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2-TOPILMA · BILLING · 2-ISHTIROKCHI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2026-fevral: billing nosozligi — yechimlarning 17,6 % i o'tmadi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800" b="1">
                <a:solidFill>
                  <a:srgbClr val="D03B3B"/>
                </a:solidFill>
                <a:latin typeface="Calibri"/>
              </a:rPr>
              <a:t>17,6 %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2026-fevraldagi muvaffaqiyatsiz yechimlar
(1 141 tadan 201 tasi), norma 4,5 %
(z = 18,4; p &lt; 0,001);
oy daromadi o'suvchi trendda −9 %</a:t>
            </a:r>
          </a:p>
        </p:txBody>
      </p:sp>
      <p:pic>
        <p:nvPicPr>
          <p:cNvPr id="5" name="Picture 4" descr="b2_fail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29722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Nosozlik bir martalik (oldin/keyin norma) → 72 soatlik dunning-retray, zaxira shlyuz, fail-rate &gt; 8 % alerti.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WalletApp · B trek · UZCARD Academy 2026 · 4/6-slayd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3-TOPILMA · OBUNALAR · 3-ISHTIROKCHI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MRR 54 mln gacha o'sdi, lekin har beshinchi obuna bekor — tarif aybdor 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800" b="1">
                <a:solidFill>
                  <a:srgbClr val="2A78D6"/>
                </a:solidFill>
                <a:latin typeface="Calibri"/>
              </a:rPr>
              <a:t>18–21 %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bekor qilish barcha tariflarda bir xil
(χ² = 0,98; p = 0,61 — narxga bog'liq emas);
obunaning o'rtacha umri 150 kun;
MRR 1,9 → 54 mln so'm/oy</a:t>
            </a:r>
          </a:p>
        </p:txBody>
      </p:sp>
      <p:pic>
        <p:nvPicPr>
          <p:cNvPr id="5" name="Picture 4" descr="b3_pl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28918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Oqim — narx emas, qiymat muammosi → 5-oyda ushlab qolish taklifi, bekor o'rniga pauza, yillik tarif.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WalletApp · B trek · UZCARD Academy 2026 · 5/6-slayd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8300"/>
                </a:solidFill>
                <a:latin typeface="Calibri"/>
              </a:rPr>
              <a:t>TAVSIYA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Harakatlar rejasi: KYC va telegramni tuzatish, billingni sug'urtalash, 5-oyni ushlash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telegram_ads byudjetini referral-dasturga qayta taqsimlash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to'lovchi narxi 91 → ~7 ming so'm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7860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78608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KYC ni soddalashtirish (asosiy yo'qotish bosqichi: voronkaning −39 % 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57860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to'lovchi konversiyasiga +X f.p.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28415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28415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Muvaffaqiyatsiz yechimlarga 72 soat ichida dunning-retray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328415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fevraldagi 17,6 % ning katta qismini qaytarish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782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78224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Zaxira to'lov shlyuzi + kunlik fail-rate &gt; 8 % alerti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07822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nosozlik oy emas, kunda ushlanadi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280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28032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Obuna umrining 5-oyi oldidan ushlab qolish taklifi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2803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o'rtacha 150 kunlik umrni uzaytirish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Bosh raqamlar: telegram_ads 9,9 % konversiya (CAC ×13), fevral 17,6 % failed, bekor qilish 21 % har qanday tarifda.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WalletApp · B trek · UZCARD Academy 2026 · 6/6-slayd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