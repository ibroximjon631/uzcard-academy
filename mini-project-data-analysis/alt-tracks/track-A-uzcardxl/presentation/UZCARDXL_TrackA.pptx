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Calibri"/>
              </a:rPr>
              <a:t>UZCARD ACADEMY · MINI-PROJECT · ТРЕК A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0B0B0B"/>
                </a:solidFill>
                <a:latin typeface="Calibri"/>
              </a:rPr>
              <a:t>UZCARD-XL: где процессинг теряет деньги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Клиенты, динамика операций, отказы и спорные операции · 2023 год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93776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Команда:  Ибрахимжон Тожибоев  ·  Участник 2  ·  Участник 3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Calibri"/>
              </a:rPr>
              <a:t>Данные: ds_customers, ds_cards, ds_transactions_2, ds_merchants_2, ds_mcc_categories · 60 320 операций · SQL + Python, без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Трек A · UZCARD Academy 2026 · слайд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ПРОБЛЕМА И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Заказчик хочет знать: кто клиенты, где рост, где теряем деньги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Запрос заказчика: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52514E"/>
                </a:solidFill>
                <a:latin typeface="Calibri"/>
              </a:rPr>
              <a:t>«Нужно понять, кто наши клиенты и как они платят, где бизнес растёт и где проседает, и где мы теряем деньги (отказы, спорные операции)».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Как искали ответ: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1.  Нашли 5 таблиц трека A среди 31 ds_* и проверили связи JOIN-ами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2.  3 гипотезы: динамика портфеля · отказы по сегментам · споры по MCC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3.  Каждый вывод — число + стат. тест (тренд с ДИ, z-тест, χ²)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2A78D6"/>
                </a:solidFill>
                <a:latin typeface="Calibri"/>
              </a:rPr>
              <a:t>60 320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операций 2023 года · 3 286 карт ·
2 000 клиентов · 600 мерчантов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Трек A · UZCARD Academy 2026 · слайд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НАХОДКА 1 · ДИНАМИКА · ИБРАХИМЖОН ТОЖИБОЕВ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Рост ×16 за год — здоровый ramp-up портфеля, декабрь +63 % — сезон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2A78D6"/>
                </a:solidFill>
                <a:latin typeface="Calibri"/>
              </a:rPr>
              <a:t>×16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рост операций за 2023 год
(769 → 12 864 в месяц);
тренд фев–ноя +23 %/мес,
отказы стабильны 5,5–6,9 %</a:t>
            </a:r>
          </a:p>
        </p:txBody>
      </p:sp>
      <p:pic>
        <p:nvPicPr>
          <p:cNvPr id="5" name="Picture 4" descr="a1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31520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Активные карты растут синхронно с операциями — аномалий нет, качество авторизации не деградирует.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Трек A · UZCARD Academy 2026 · слайд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НАХОДКА 2 · ОТКАЗЫ · УЧАСТНИК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Сегмент «student»: отказ на каждой 9-й операции — вдвое выше нормы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D03B3B"/>
                </a:solidFill>
                <a:latin typeface="Calibri"/>
              </a:rPr>
              <a:t>11,2 %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отказов у студентов против 5,8 %
у остальных (+5,4 п.п.,
95 % ДИ 4,2–6,5; z = 11,9; p &lt; 0,001).
73 % причин — insufficient_funds + limit</a:t>
            </a:r>
          </a:p>
        </p:txBody>
      </p:sp>
      <p:pic>
        <p:nvPicPr>
          <p:cNvPr id="5" name="Picture 4" descr="a2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30945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Причина продуктовая (балансы/лимиты), не фрод → микроовердрафт, уведомления о балансе, смарт-ретраи.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Трек A · UZCARD Academy 2026 · слайд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НАХОДКА 3 · СПОРЫ · УЧАСТНИК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91 % спорных денег — онлайн: 1,16 % операций против 0,03–0,11 % офлайна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D03B3B"/>
                </a:solidFill>
                <a:latin typeface="Calibri"/>
              </a:rPr>
              <a:t>103 млн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UZS под спором в Online-группе MCC
(91 % всех спорных сумм);
частота споров ×10–20 к офлайну
(χ² = 400, p &lt; 0,001)</a:t>
            </a:r>
          </a:p>
        </p:txBody>
      </p:sp>
      <p:pic>
        <p:nvPicPr>
          <p:cNvPr id="5" name="Picture 4" descr="a3_disput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30364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Рекомендация: 3-D Secure для операций &gt; 200 тыс UZS, скоринг e-com мерчантов, мониторинг доли споров (порог 1 %).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Трек A · UZCARD Academy 2026 · слайд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8300"/>
                </a:solidFill>
                <a:latin typeface="Calibri"/>
              </a:rPr>
              <a:t>РЕКОМЕНДАЦИЯ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План действий: удержать студентов, закрыть онлайн-дыру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Микроовердрафт и уведомления о балансе для сегмента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вернуть 11,2 % → ~6 % отказов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Смарт-ретраи отказов insufficient_funds (повтор при пополнении)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6060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часть из 332 потерянных операций/мес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Обязательный 3-D Secure для e-com &gt; 200 тыс UZS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832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снизить 91 % концентрации спорных сумм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Скоринг и мониторинг онлайн-мерчантов (порог споров 1 %)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160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ранний отлов проблемных мерчантов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5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59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Капасити-план на декабрь (+63 % сезонный пик)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93775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стабильность процессинга в пик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Главные числа: student = 11,2 % отказов (×2 к норме), Online = 91 % спорных сумм (103 млн UZS).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Трек A · UZCARD Academy 2026 · слайд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